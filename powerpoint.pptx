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257D"/>
    <a:srgbClr val="DEC8DD"/>
    <a:srgbClr val="C39D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91" autoAdjust="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7192D-1E8C-DB25-0506-10C394A9DA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ED4D24-BA4D-E11E-9CC5-264771629A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91213D-6011-6BCF-E4D1-3B275CD800E7}"/>
              </a:ext>
            </a:extLst>
          </p:cNvPr>
          <p:cNvSpPr>
            <a:spLocks noGrp="1"/>
          </p:cNvSpPr>
          <p:nvPr>
            <p:ph type="dt" sz="half" idx="10"/>
          </p:nvPr>
        </p:nvSpPr>
        <p:spPr/>
        <p:txBody>
          <a:bodyPr/>
          <a:lstStyle/>
          <a:p>
            <a:fld id="{86C0BA66-89E1-4819-859B-778F97646DE0}" type="datetimeFigureOut">
              <a:rPr lang="en-US" smtClean="0"/>
              <a:t>10/22/2026</a:t>
            </a:fld>
            <a:endParaRPr lang="en-US"/>
          </a:p>
        </p:txBody>
      </p:sp>
      <p:sp>
        <p:nvSpPr>
          <p:cNvPr id="5" name="Footer Placeholder 4">
            <a:extLst>
              <a:ext uri="{FF2B5EF4-FFF2-40B4-BE49-F238E27FC236}">
                <a16:creationId xmlns:a16="http://schemas.microsoft.com/office/drawing/2014/main" id="{92A09655-7D8B-9C91-7C97-557196978E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F9729E-D410-B5CE-BB55-74A685CAF1FB}"/>
              </a:ext>
            </a:extLst>
          </p:cNvPr>
          <p:cNvSpPr>
            <a:spLocks noGrp="1"/>
          </p:cNvSpPr>
          <p:nvPr>
            <p:ph type="sldNum" sz="quarter" idx="12"/>
          </p:nvPr>
        </p:nvSpPr>
        <p:spPr/>
        <p:txBody>
          <a:bodyPr/>
          <a:lstStyle/>
          <a:p>
            <a:fld id="{BB69844D-19FB-43C8-BF88-B31903187B45}" type="slidenum">
              <a:rPr lang="en-US" smtClean="0"/>
              <a:t>‹#›</a:t>
            </a:fld>
            <a:endParaRPr lang="en-US"/>
          </a:p>
        </p:txBody>
      </p:sp>
    </p:spTree>
    <p:extLst>
      <p:ext uri="{BB962C8B-B14F-4D97-AF65-F5344CB8AC3E}">
        <p14:creationId xmlns:p14="http://schemas.microsoft.com/office/powerpoint/2010/main" val="542985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C0F12-3999-97F3-795B-F74465E348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4F36E9-0713-9831-2CD4-E48EC1A26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FDAB8F-1FEA-FC1B-92BD-698A1D663E38}"/>
              </a:ext>
            </a:extLst>
          </p:cNvPr>
          <p:cNvSpPr>
            <a:spLocks noGrp="1"/>
          </p:cNvSpPr>
          <p:nvPr>
            <p:ph type="dt" sz="half" idx="10"/>
          </p:nvPr>
        </p:nvSpPr>
        <p:spPr/>
        <p:txBody>
          <a:bodyPr/>
          <a:lstStyle/>
          <a:p>
            <a:fld id="{86C0BA66-89E1-4819-859B-778F97646DE0}" type="datetimeFigureOut">
              <a:rPr lang="en-US" smtClean="0"/>
              <a:t>10/22/2026</a:t>
            </a:fld>
            <a:endParaRPr lang="en-US"/>
          </a:p>
        </p:txBody>
      </p:sp>
      <p:sp>
        <p:nvSpPr>
          <p:cNvPr id="5" name="Footer Placeholder 4">
            <a:extLst>
              <a:ext uri="{FF2B5EF4-FFF2-40B4-BE49-F238E27FC236}">
                <a16:creationId xmlns:a16="http://schemas.microsoft.com/office/drawing/2014/main" id="{264E8AFD-8F92-3985-E8BA-26D0922E4A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7409E9-1A67-A6A1-F71B-A2654913D82D}"/>
              </a:ext>
            </a:extLst>
          </p:cNvPr>
          <p:cNvSpPr>
            <a:spLocks noGrp="1"/>
          </p:cNvSpPr>
          <p:nvPr>
            <p:ph type="sldNum" sz="quarter" idx="12"/>
          </p:nvPr>
        </p:nvSpPr>
        <p:spPr/>
        <p:txBody>
          <a:bodyPr/>
          <a:lstStyle/>
          <a:p>
            <a:fld id="{BB69844D-19FB-43C8-BF88-B31903187B45}" type="slidenum">
              <a:rPr lang="en-US" smtClean="0"/>
              <a:t>‹#›</a:t>
            </a:fld>
            <a:endParaRPr lang="en-US"/>
          </a:p>
        </p:txBody>
      </p:sp>
    </p:spTree>
    <p:extLst>
      <p:ext uri="{BB962C8B-B14F-4D97-AF65-F5344CB8AC3E}">
        <p14:creationId xmlns:p14="http://schemas.microsoft.com/office/powerpoint/2010/main" val="1528534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846BD-7FE7-566F-008C-0BBA593B36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678C8C-F5AA-ACA9-2DED-DA7FB7B759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C8AEA7-D63D-C280-7CDA-F60082CA5027}"/>
              </a:ext>
            </a:extLst>
          </p:cNvPr>
          <p:cNvSpPr>
            <a:spLocks noGrp="1"/>
          </p:cNvSpPr>
          <p:nvPr>
            <p:ph type="dt" sz="half" idx="10"/>
          </p:nvPr>
        </p:nvSpPr>
        <p:spPr/>
        <p:txBody>
          <a:bodyPr/>
          <a:lstStyle/>
          <a:p>
            <a:fld id="{86C0BA66-89E1-4819-859B-778F97646DE0}" type="datetimeFigureOut">
              <a:rPr lang="en-US" smtClean="0"/>
              <a:t>10/22/2026</a:t>
            </a:fld>
            <a:endParaRPr lang="en-US"/>
          </a:p>
        </p:txBody>
      </p:sp>
      <p:sp>
        <p:nvSpPr>
          <p:cNvPr id="5" name="Footer Placeholder 4">
            <a:extLst>
              <a:ext uri="{FF2B5EF4-FFF2-40B4-BE49-F238E27FC236}">
                <a16:creationId xmlns:a16="http://schemas.microsoft.com/office/drawing/2014/main" id="{286BFECA-8D98-2086-962D-890C72E828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D0182C-3EB3-3BB9-73BC-519B362B7AFE}"/>
              </a:ext>
            </a:extLst>
          </p:cNvPr>
          <p:cNvSpPr>
            <a:spLocks noGrp="1"/>
          </p:cNvSpPr>
          <p:nvPr>
            <p:ph type="sldNum" sz="quarter" idx="12"/>
          </p:nvPr>
        </p:nvSpPr>
        <p:spPr/>
        <p:txBody>
          <a:bodyPr/>
          <a:lstStyle/>
          <a:p>
            <a:fld id="{BB69844D-19FB-43C8-BF88-B31903187B45}" type="slidenum">
              <a:rPr lang="en-US" smtClean="0"/>
              <a:t>‹#›</a:t>
            </a:fld>
            <a:endParaRPr lang="en-US"/>
          </a:p>
        </p:txBody>
      </p:sp>
    </p:spTree>
    <p:extLst>
      <p:ext uri="{BB962C8B-B14F-4D97-AF65-F5344CB8AC3E}">
        <p14:creationId xmlns:p14="http://schemas.microsoft.com/office/powerpoint/2010/main" val="3099904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D1E5D-74F4-02BA-CDE0-A16B576303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CB67C7-2DE7-14F4-7FED-90D7FF3B4F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50AA84-172D-4966-49BD-BD90F33734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09D6A4-D1DE-702D-D93F-D73B05A2B76C}"/>
              </a:ext>
            </a:extLst>
          </p:cNvPr>
          <p:cNvSpPr>
            <a:spLocks noGrp="1"/>
          </p:cNvSpPr>
          <p:nvPr>
            <p:ph type="dt" sz="half" idx="10"/>
          </p:nvPr>
        </p:nvSpPr>
        <p:spPr/>
        <p:txBody>
          <a:bodyPr/>
          <a:lstStyle/>
          <a:p>
            <a:fld id="{86C0BA66-89E1-4819-859B-778F97646DE0}" type="datetimeFigureOut">
              <a:rPr lang="en-US" smtClean="0"/>
              <a:t>10/22/2026</a:t>
            </a:fld>
            <a:endParaRPr lang="en-US"/>
          </a:p>
        </p:txBody>
      </p:sp>
      <p:sp>
        <p:nvSpPr>
          <p:cNvPr id="6" name="Footer Placeholder 5">
            <a:extLst>
              <a:ext uri="{FF2B5EF4-FFF2-40B4-BE49-F238E27FC236}">
                <a16:creationId xmlns:a16="http://schemas.microsoft.com/office/drawing/2014/main" id="{5F9E1239-DE49-F113-909B-016ABD61F6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32DF76-D44A-4DB4-6757-F66F36FC003D}"/>
              </a:ext>
            </a:extLst>
          </p:cNvPr>
          <p:cNvSpPr>
            <a:spLocks noGrp="1"/>
          </p:cNvSpPr>
          <p:nvPr>
            <p:ph type="sldNum" sz="quarter" idx="12"/>
          </p:nvPr>
        </p:nvSpPr>
        <p:spPr/>
        <p:txBody>
          <a:bodyPr/>
          <a:lstStyle/>
          <a:p>
            <a:fld id="{BB69844D-19FB-43C8-BF88-B31903187B45}" type="slidenum">
              <a:rPr lang="en-US" smtClean="0"/>
              <a:t>‹#›</a:t>
            </a:fld>
            <a:endParaRPr lang="en-US"/>
          </a:p>
        </p:txBody>
      </p:sp>
    </p:spTree>
    <p:extLst>
      <p:ext uri="{BB962C8B-B14F-4D97-AF65-F5344CB8AC3E}">
        <p14:creationId xmlns:p14="http://schemas.microsoft.com/office/powerpoint/2010/main" val="781124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B6E5E-BF77-CACE-9852-9EA230584C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FA5FA1-E28F-98E2-5719-4EE242098B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C5BF52-D52E-953D-2612-D9F0EFC623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539BD3-0D4A-5A3C-52E1-8CC0FF1056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088A85-C2E8-F8CB-AE38-0F340751B9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323109-09C8-890F-8FD3-19CE95E782CE}"/>
              </a:ext>
            </a:extLst>
          </p:cNvPr>
          <p:cNvSpPr>
            <a:spLocks noGrp="1"/>
          </p:cNvSpPr>
          <p:nvPr>
            <p:ph type="dt" sz="half" idx="10"/>
          </p:nvPr>
        </p:nvSpPr>
        <p:spPr/>
        <p:txBody>
          <a:bodyPr/>
          <a:lstStyle/>
          <a:p>
            <a:fld id="{86C0BA66-89E1-4819-859B-778F97646DE0}" type="datetimeFigureOut">
              <a:rPr lang="en-US" smtClean="0"/>
              <a:t>10/22/2026</a:t>
            </a:fld>
            <a:endParaRPr lang="en-US"/>
          </a:p>
        </p:txBody>
      </p:sp>
      <p:sp>
        <p:nvSpPr>
          <p:cNvPr id="8" name="Footer Placeholder 7">
            <a:extLst>
              <a:ext uri="{FF2B5EF4-FFF2-40B4-BE49-F238E27FC236}">
                <a16:creationId xmlns:a16="http://schemas.microsoft.com/office/drawing/2014/main" id="{C7E25921-D493-200F-087F-EF921828F1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35F324F-60B0-7A12-0D2A-DB9FA1D4098C}"/>
              </a:ext>
            </a:extLst>
          </p:cNvPr>
          <p:cNvSpPr>
            <a:spLocks noGrp="1"/>
          </p:cNvSpPr>
          <p:nvPr>
            <p:ph type="sldNum" sz="quarter" idx="12"/>
          </p:nvPr>
        </p:nvSpPr>
        <p:spPr/>
        <p:txBody>
          <a:bodyPr/>
          <a:lstStyle/>
          <a:p>
            <a:fld id="{BB69844D-19FB-43C8-BF88-B31903187B45}" type="slidenum">
              <a:rPr lang="en-US" smtClean="0"/>
              <a:t>‹#›</a:t>
            </a:fld>
            <a:endParaRPr lang="en-US"/>
          </a:p>
        </p:txBody>
      </p:sp>
    </p:spTree>
    <p:extLst>
      <p:ext uri="{BB962C8B-B14F-4D97-AF65-F5344CB8AC3E}">
        <p14:creationId xmlns:p14="http://schemas.microsoft.com/office/powerpoint/2010/main" val="3338060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7B726-D767-FD27-D392-64364B72BC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FF5DEAB-4578-7922-1ECA-69E8CB4F108E}"/>
              </a:ext>
            </a:extLst>
          </p:cNvPr>
          <p:cNvSpPr>
            <a:spLocks noGrp="1"/>
          </p:cNvSpPr>
          <p:nvPr>
            <p:ph type="dt" sz="half" idx="10"/>
          </p:nvPr>
        </p:nvSpPr>
        <p:spPr/>
        <p:txBody>
          <a:bodyPr/>
          <a:lstStyle/>
          <a:p>
            <a:fld id="{86C0BA66-89E1-4819-859B-778F97646DE0}" type="datetimeFigureOut">
              <a:rPr lang="en-US" smtClean="0"/>
              <a:t>10/22/2026</a:t>
            </a:fld>
            <a:endParaRPr lang="en-US"/>
          </a:p>
        </p:txBody>
      </p:sp>
      <p:sp>
        <p:nvSpPr>
          <p:cNvPr id="4" name="Footer Placeholder 3">
            <a:extLst>
              <a:ext uri="{FF2B5EF4-FFF2-40B4-BE49-F238E27FC236}">
                <a16:creationId xmlns:a16="http://schemas.microsoft.com/office/drawing/2014/main" id="{D32CA910-E676-198D-D22E-D66D678F48E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DAA8B5-B787-72CB-900B-172F3EEF7465}"/>
              </a:ext>
            </a:extLst>
          </p:cNvPr>
          <p:cNvSpPr>
            <a:spLocks noGrp="1"/>
          </p:cNvSpPr>
          <p:nvPr>
            <p:ph type="sldNum" sz="quarter" idx="12"/>
          </p:nvPr>
        </p:nvSpPr>
        <p:spPr/>
        <p:txBody>
          <a:bodyPr/>
          <a:lstStyle/>
          <a:p>
            <a:fld id="{BB69844D-19FB-43C8-BF88-B31903187B45}" type="slidenum">
              <a:rPr lang="en-US" smtClean="0"/>
              <a:t>‹#›</a:t>
            </a:fld>
            <a:endParaRPr lang="en-US"/>
          </a:p>
        </p:txBody>
      </p:sp>
    </p:spTree>
    <p:extLst>
      <p:ext uri="{BB962C8B-B14F-4D97-AF65-F5344CB8AC3E}">
        <p14:creationId xmlns:p14="http://schemas.microsoft.com/office/powerpoint/2010/main" val="687649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DAA6B7-830D-D03B-5539-93CA36D6D29D}"/>
              </a:ext>
            </a:extLst>
          </p:cNvPr>
          <p:cNvSpPr>
            <a:spLocks noGrp="1"/>
          </p:cNvSpPr>
          <p:nvPr>
            <p:ph type="dt" sz="half" idx="10"/>
          </p:nvPr>
        </p:nvSpPr>
        <p:spPr/>
        <p:txBody>
          <a:bodyPr/>
          <a:lstStyle/>
          <a:p>
            <a:fld id="{86C0BA66-89E1-4819-859B-778F97646DE0}" type="datetimeFigureOut">
              <a:rPr lang="en-US" smtClean="0"/>
              <a:t>10/22/2026</a:t>
            </a:fld>
            <a:endParaRPr lang="en-US"/>
          </a:p>
        </p:txBody>
      </p:sp>
      <p:sp>
        <p:nvSpPr>
          <p:cNvPr id="3" name="Footer Placeholder 2">
            <a:extLst>
              <a:ext uri="{FF2B5EF4-FFF2-40B4-BE49-F238E27FC236}">
                <a16:creationId xmlns:a16="http://schemas.microsoft.com/office/drawing/2014/main" id="{2D2AA35F-A307-913C-E620-2814110931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E8EC39D-E313-DF1D-72AD-00A59C339932}"/>
              </a:ext>
            </a:extLst>
          </p:cNvPr>
          <p:cNvSpPr>
            <a:spLocks noGrp="1"/>
          </p:cNvSpPr>
          <p:nvPr>
            <p:ph type="sldNum" sz="quarter" idx="12"/>
          </p:nvPr>
        </p:nvSpPr>
        <p:spPr/>
        <p:txBody>
          <a:bodyPr/>
          <a:lstStyle/>
          <a:p>
            <a:fld id="{BB69844D-19FB-43C8-BF88-B31903187B45}" type="slidenum">
              <a:rPr lang="en-US" smtClean="0"/>
              <a:t>‹#›</a:t>
            </a:fld>
            <a:endParaRPr lang="en-US"/>
          </a:p>
        </p:txBody>
      </p:sp>
    </p:spTree>
    <p:extLst>
      <p:ext uri="{BB962C8B-B14F-4D97-AF65-F5344CB8AC3E}">
        <p14:creationId xmlns:p14="http://schemas.microsoft.com/office/powerpoint/2010/main" val="3044700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B2155-BEAA-F234-4517-9EDB20323A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C96260-2AF9-CC50-8A8E-D48FD55C0C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69F33A-603B-AE43-170C-ACCD49520E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18F1E-111E-1017-B053-2AA2C1860BA8}"/>
              </a:ext>
            </a:extLst>
          </p:cNvPr>
          <p:cNvSpPr>
            <a:spLocks noGrp="1"/>
          </p:cNvSpPr>
          <p:nvPr>
            <p:ph type="dt" sz="half" idx="10"/>
          </p:nvPr>
        </p:nvSpPr>
        <p:spPr/>
        <p:txBody>
          <a:bodyPr/>
          <a:lstStyle/>
          <a:p>
            <a:fld id="{86C0BA66-89E1-4819-859B-778F97646DE0}" type="datetimeFigureOut">
              <a:rPr lang="en-US" smtClean="0"/>
              <a:t>10/22/2026</a:t>
            </a:fld>
            <a:endParaRPr lang="en-US"/>
          </a:p>
        </p:txBody>
      </p:sp>
      <p:sp>
        <p:nvSpPr>
          <p:cNvPr id="6" name="Footer Placeholder 5">
            <a:extLst>
              <a:ext uri="{FF2B5EF4-FFF2-40B4-BE49-F238E27FC236}">
                <a16:creationId xmlns:a16="http://schemas.microsoft.com/office/drawing/2014/main" id="{83B55979-B071-49E3-9C50-50B0DC8F20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957BA3-680E-1FB6-0FEE-4404BD59494B}"/>
              </a:ext>
            </a:extLst>
          </p:cNvPr>
          <p:cNvSpPr>
            <a:spLocks noGrp="1"/>
          </p:cNvSpPr>
          <p:nvPr>
            <p:ph type="sldNum" sz="quarter" idx="12"/>
          </p:nvPr>
        </p:nvSpPr>
        <p:spPr/>
        <p:txBody>
          <a:bodyPr/>
          <a:lstStyle/>
          <a:p>
            <a:fld id="{BB69844D-19FB-43C8-BF88-B31903187B45}" type="slidenum">
              <a:rPr lang="en-US" smtClean="0"/>
              <a:t>‹#›</a:t>
            </a:fld>
            <a:endParaRPr lang="en-US"/>
          </a:p>
        </p:txBody>
      </p:sp>
    </p:spTree>
    <p:extLst>
      <p:ext uri="{BB962C8B-B14F-4D97-AF65-F5344CB8AC3E}">
        <p14:creationId xmlns:p14="http://schemas.microsoft.com/office/powerpoint/2010/main" val="2834395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890A7-ADB6-70C7-D79C-554B7445E9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2FA1544-FE1D-B9DC-AABE-F676B72C28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CD862B-5098-80EB-7EA5-221762EEFF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09B5BB-AC85-4CAD-E116-AA1C3549C835}"/>
              </a:ext>
            </a:extLst>
          </p:cNvPr>
          <p:cNvSpPr>
            <a:spLocks noGrp="1"/>
          </p:cNvSpPr>
          <p:nvPr>
            <p:ph type="dt" sz="half" idx="10"/>
          </p:nvPr>
        </p:nvSpPr>
        <p:spPr/>
        <p:txBody>
          <a:bodyPr/>
          <a:lstStyle/>
          <a:p>
            <a:fld id="{86C0BA66-89E1-4819-859B-778F97646DE0}" type="datetimeFigureOut">
              <a:rPr lang="en-US" smtClean="0"/>
              <a:t>10/22/2026</a:t>
            </a:fld>
            <a:endParaRPr lang="en-US"/>
          </a:p>
        </p:txBody>
      </p:sp>
      <p:sp>
        <p:nvSpPr>
          <p:cNvPr id="6" name="Footer Placeholder 5">
            <a:extLst>
              <a:ext uri="{FF2B5EF4-FFF2-40B4-BE49-F238E27FC236}">
                <a16:creationId xmlns:a16="http://schemas.microsoft.com/office/drawing/2014/main" id="{748B6FD0-1032-BFC7-9B72-17450E313D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6011DD-E51D-1593-4A8F-CF649EDEAAEA}"/>
              </a:ext>
            </a:extLst>
          </p:cNvPr>
          <p:cNvSpPr>
            <a:spLocks noGrp="1"/>
          </p:cNvSpPr>
          <p:nvPr>
            <p:ph type="sldNum" sz="quarter" idx="12"/>
          </p:nvPr>
        </p:nvSpPr>
        <p:spPr/>
        <p:txBody>
          <a:bodyPr/>
          <a:lstStyle/>
          <a:p>
            <a:fld id="{BB69844D-19FB-43C8-BF88-B31903187B45}" type="slidenum">
              <a:rPr lang="en-US" smtClean="0"/>
              <a:t>‹#›</a:t>
            </a:fld>
            <a:endParaRPr lang="en-US"/>
          </a:p>
        </p:txBody>
      </p:sp>
    </p:spTree>
    <p:extLst>
      <p:ext uri="{BB962C8B-B14F-4D97-AF65-F5344CB8AC3E}">
        <p14:creationId xmlns:p14="http://schemas.microsoft.com/office/powerpoint/2010/main" val="32811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68EC-7BDC-0795-257F-CE12A03590E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9842AB3-8BB7-EB42-0C8D-6D9A1EFEF2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EA55CD-3E08-32F8-F636-BD801F2F3EA3}"/>
              </a:ext>
            </a:extLst>
          </p:cNvPr>
          <p:cNvSpPr>
            <a:spLocks noGrp="1"/>
          </p:cNvSpPr>
          <p:nvPr>
            <p:ph type="dt" sz="half" idx="10"/>
          </p:nvPr>
        </p:nvSpPr>
        <p:spPr/>
        <p:txBody>
          <a:bodyPr/>
          <a:lstStyle/>
          <a:p>
            <a:fld id="{86C0BA66-89E1-4819-859B-778F97646DE0}" type="datetimeFigureOut">
              <a:rPr lang="en-US" smtClean="0"/>
              <a:t>10/22/2026</a:t>
            </a:fld>
            <a:endParaRPr lang="en-US"/>
          </a:p>
        </p:txBody>
      </p:sp>
      <p:sp>
        <p:nvSpPr>
          <p:cNvPr id="5" name="Footer Placeholder 4">
            <a:extLst>
              <a:ext uri="{FF2B5EF4-FFF2-40B4-BE49-F238E27FC236}">
                <a16:creationId xmlns:a16="http://schemas.microsoft.com/office/drawing/2014/main" id="{9EBB5C08-469E-0F60-1D0B-18A06DD8DF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3ACAC9-0F82-BB8A-2A63-F8494240454B}"/>
              </a:ext>
            </a:extLst>
          </p:cNvPr>
          <p:cNvSpPr>
            <a:spLocks noGrp="1"/>
          </p:cNvSpPr>
          <p:nvPr>
            <p:ph type="sldNum" sz="quarter" idx="12"/>
          </p:nvPr>
        </p:nvSpPr>
        <p:spPr/>
        <p:txBody>
          <a:bodyPr/>
          <a:lstStyle/>
          <a:p>
            <a:fld id="{BB69844D-19FB-43C8-BF88-B31903187B45}" type="slidenum">
              <a:rPr lang="en-US" smtClean="0"/>
              <a:t>‹#›</a:t>
            </a:fld>
            <a:endParaRPr lang="en-US"/>
          </a:p>
        </p:txBody>
      </p:sp>
    </p:spTree>
    <p:extLst>
      <p:ext uri="{BB962C8B-B14F-4D97-AF65-F5344CB8AC3E}">
        <p14:creationId xmlns:p14="http://schemas.microsoft.com/office/powerpoint/2010/main" val="628621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ED930D-2F54-B2A6-1062-9AA14C4D52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882D77-A8A7-3998-820A-16ADDFDB23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F8D3E0-BB87-12D6-C00B-F8601BC69B7F}"/>
              </a:ext>
            </a:extLst>
          </p:cNvPr>
          <p:cNvSpPr>
            <a:spLocks noGrp="1"/>
          </p:cNvSpPr>
          <p:nvPr>
            <p:ph type="dt" sz="half" idx="10"/>
          </p:nvPr>
        </p:nvSpPr>
        <p:spPr/>
        <p:txBody>
          <a:bodyPr/>
          <a:lstStyle/>
          <a:p>
            <a:fld id="{86C0BA66-89E1-4819-859B-778F97646DE0}" type="datetimeFigureOut">
              <a:rPr lang="en-US" smtClean="0"/>
              <a:t>10/22/2026</a:t>
            </a:fld>
            <a:endParaRPr lang="en-US"/>
          </a:p>
        </p:txBody>
      </p:sp>
      <p:sp>
        <p:nvSpPr>
          <p:cNvPr id="5" name="Footer Placeholder 4">
            <a:extLst>
              <a:ext uri="{FF2B5EF4-FFF2-40B4-BE49-F238E27FC236}">
                <a16:creationId xmlns:a16="http://schemas.microsoft.com/office/drawing/2014/main" id="{44C5C893-8AF0-1E54-F94F-2CCE04C395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48EF92-8AFE-A2EE-0EAE-95927FE64150}"/>
              </a:ext>
            </a:extLst>
          </p:cNvPr>
          <p:cNvSpPr>
            <a:spLocks noGrp="1"/>
          </p:cNvSpPr>
          <p:nvPr>
            <p:ph type="sldNum" sz="quarter" idx="12"/>
          </p:nvPr>
        </p:nvSpPr>
        <p:spPr/>
        <p:txBody>
          <a:bodyPr/>
          <a:lstStyle/>
          <a:p>
            <a:fld id="{BB69844D-19FB-43C8-BF88-B31903187B45}" type="slidenum">
              <a:rPr lang="en-US" smtClean="0"/>
              <a:t>‹#›</a:t>
            </a:fld>
            <a:endParaRPr lang="en-US"/>
          </a:p>
        </p:txBody>
      </p:sp>
    </p:spTree>
    <p:extLst>
      <p:ext uri="{BB962C8B-B14F-4D97-AF65-F5344CB8AC3E}">
        <p14:creationId xmlns:p14="http://schemas.microsoft.com/office/powerpoint/2010/main" val="733376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EC8DD"/>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325099-70EA-AA76-298A-FD493A2F3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89EE9F-F1D7-BF2A-3C22-CA5D9EFD6F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EEDE18-7F3B-B23F-55FD-CA9F171B96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C0BA66-89E1-4819-859B-778F97646DE0}" type="datetimeFigureOut">
              <a:rPr lang="en-US" smtClean="0"/>
              <a:t>10/22/2026</a:t>
            </a:fld>
            <a:endParaRPr lang="en-US"/>
          </a:p>
        </p:txBody>
      </p:sp>
      <p:sp>
        <p:nvSpPr>
          <p:cNvPr id="5" name="Footer Placeholder 4">
            <a:extLst>
              <a:ext uri="{FF2B5EF4-FFF2-40B4-BE49-F238E27FC236}">
                <a16:creationId xmlns:a16="http://schemas.microsoft.com/office/drawing/2014/main" id="{7311FEF5-06A3-7398-8E5D-309613D0B1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D5DAE6C-8C1E-1C6E-EC23-EFED7CC5AF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69844D-19FB-43C8-BF88-B31903187B45}" type="slidenum">
              <a:rPr lang="en-US" smtClean="0"/>
              <a:t>‹#›</a:t>
            </a:fld>
            <a:endParaRPr lang="en-US"/>
          </a:p>
        </p:txBody>
      </p:sp>
    </p:spTree>
    <p:extLst>
      <p:ext uri="{BB962C8B-B14F-4D97-AF65-F5344CB8AC3E}">
        <p14:creationId xmlns:p14="http://schemas.microsoft.com/office/powerpoint/2010/main" val="26197119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hyperlink" Target="https://www.tate.org.uk/ar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576401-1EFC-4299-8944-91DF2B7A69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6C97CE8-4379-8CD5-219A-957FDFF468C4}"/>
              </a:ext>
            </a:extLst>
          </p:cNvPr>
          <p:cNvSpPr>
            <a:spLocks noGrp="1"/>
          </p:cNvSpPr>
          <p:nvPr>
            <p:ph type="ctrTitle"/>
          </p:nvPr>
        </p:nvSpPr>
        <p:spPr/>
        <p:txBody>
          <a:bodyPr>
            <a:noAutofit/>
          </a:bodyPr>
          <a:lstStyle/>
          <a:p>
            <a:r>
              <a:rPr lang="en-US" sz="7200" b="1" dirty="0">
                <a:solidFill>
                  <a:schemeClr val="bg1"/>
                </a:solidFill>
                <a:effectLst>
                  <a:outerShdw blurRad="38100" dist="38100" dir="2700000" algn="tl">
                    <a:srgbClr val="000000">
                      <a:alpha val="43137"/>
                    </a:srgbClr>
                  </a:outerShdw>
                </a:effectLst>
                <a:latin typeface="Georgia" panose="02040502050405020303" pitchFamily="18" charset="0"/>
              </a:rPr>
              <a:t>BEAUTY OF ART</a:t>
            </a:r>
          </a:p>
        </p:txBody>
      </p:sp>
      <p:sp>
        <p:nvSpPr>
          <p:cNvPr id="3" name="Subtitle 2">
            <a:extLst>
              <a:ext uri="{FF2B5EF4-FFF2-40B4-BE49-F238E27FC236}">
                <a16:creationId xmlns:a16="http://schemas.microsoft.com/office/drawing/2014/main" id="{DC559C9F-935C-1EA5-EE78-BA43EF6C3833}"/>
              </a:ext>
            </a:extLst>
          </p:cNvPr>
          <p:cNvSpPr>
            <a:spLocks noGrp="1"/>
          </p:cNvSpPr>
          <p:nvPr>
            <p:ph type="subTitle" idx="1"/>
          </p:nvPr>
        </p:nvSpPr>
        <p:spPr/>
        <p:txBody>
          <a:bodyPr>
            <a:normAutofit/>
          </a:bodyPr>
          <a:lstStyle/>
          <a:p>
            <a:r>
              <a:rPr lang="en-US" sz="2800" i="1" dirty="0">
                <a:solidFill>
                  <a:schemeClr val="bg1"/>
                </a:solidFill>
                <a:effectLst>
                  <a:outerShdw blurRad="38100" dist="38100" dir="2700000" algn="tl">
                    <a:srgbClr val="000000">
                      <a:alpha val="43137"/>
                    </a:srgbClr>
                  </a:outerShdw>
                </a:effectLst>
                <a:latin typeface="Georgia" panose="02040502050405020303" pitchFamily="18" charset="0"/>
              </a:rPr>
              <a:t>A World of Creativity and Expression</a:t>
            </a:r>
          </a:p>
          <a:p>
            <a:r>
              <a:rPr lang="en-US" sz="2800" dirty="0">
                <a:solidFill>
                  <a:schemeClr val="bg1"/>
                </a:solidFill>
                <a:effectLst>
                  <a:outerShdw blurRad="38100" dist="38100" dir="2700000" algn="tl">
                    <a:srgbClr val="000000">
                      <a:alpha val="43137"/>
                    </a:srgbClr>
                  </a:outerShdw>
                </a:effectLst>
                <a:latin typeface="Baskerville Old Face" panose="02020602080505020303" pitchFamily="18" charset="0"/>
              </a:rPr>
              <a:t>By: Rianna Camille A. Mendoza</a:t>
            </a:r>
          </a:p>
        </p:txBody>
      </p:sp>
    </p:spTree>
    <p:extLst>
      <p:ext uri="{BB962C8B-B14F-4D97-AF65-F5344CB8AC3E}">
        <p14:creationId xmlns:p14="http://schemas.microsoft.com/office/powerpoint/2010/main" val="522139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2FAD4-99A1-0476-25D9-00F8C3DFE2A3}"/>
              </a:ext>
            </a:extLst>
          </p:cNvPr>
          <p:cNvSpPr>
            <a:spLocks noGrp="1"/>
          </p:cNvSpPr>
          <p:nvPr>
            <p:ph type="title"/>
          </p:nvPr>
        </p:nvSpPr>
        <p:spPr/>
        <p:txBody>
          <a:bodyPr/>
          <a:lstStyle/>
          <a:p>
            <a:r>
              <a:rPr lang="en-US" b="1" dirty="0">
                <a:latin typeface="Georgia" panose="02040502050405020303" pitchFamily="18" charset="0"/>
              </a:rPr>
              <a:t>What is Art?</a:t>
            </a:r>
          </a:p>
        </p:txBody>
      </p:sp>
      <p:sp>
        <p:nvSpPr>
          <p:cNvPr id="3" name="Content Placeholder 2">
            <a:extLst>
              <a:ext uri="{FF2B5EF4-FFF2-40B4-BE49-F238E27FC236}">
                <a16:creationId xmlns:a16="http://schemas.microsoft.com/office/drawing/2014/main" id="{D990AA97-7015-FBC4-96D9-89C3C52FFD1A}"/>
              </a:ext>
            </a:extLst>
          </p:cNvPr>
          <p:cNvSpPr>
            <a:spLocks noGrp="1"/>
          </p:cNvSpPr>
          <p:nvPr>
            <p:ph idx="1"/>
          </p:nvPr>
        </p:nvSpPr>
        <p:spPr>
          <a:solidFill>
            <a:srgbClr val="DEC8DD"/>
          </a:solidFill>
        </p:spPr>
        <p:txBody>
          <a:bodyPr>
            <a:normAutofit/>
          </a:bodyPr>
          <a:lstStyle/>
          <a:p>
            <a:pPr>
              <a:lnSpc>
                <a:spcPct val="150000"/>
              </a:lnSpc>
            </a:pPr>
            <a:r>
              <a:rPr lang="en-US" dirty="0">
                <a:latin typeface="Arial" panose="020B0604020202020204" pitchFamily="34" charset="0"/>
                <a:cs typeface="Arial" panose="020B0604020202020204" pitchFamily="34" charset="0"/>
              </a:rPr>
              <a:t>Art is a form of creative expression that allows people to communicate their thoughts, emotions, and imagination. It comes in many forms such as drawing, painting, sculpture, photography, and digital art. Through art, we can express ourselves, share stories, and appreciate the beauty of different perspectives.</a:t>
            </a:r>
          </a:p>
        </p:txBody>
      </p:sp>
    </p:spTree>
    <p:extLst>
      <p:ext uri="{BB962C8B-B14F-4D97-AF65-F5344CB8AC3E}">
        <p14:creationId xmlns:p14="http://schemas.microsoft.com/office/powerpoint/2010/main" val="2107204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82BAE-39F2-F228-48E3-3794BCA34FE5}"/>
              </a:ext>
            </a:extLst>
          </p:cNvPr>
          <p:cNvSpPr>
            <a:spLocks noGrp="1"/>
          </p:cNvSpPr>
          <p:nvPr>
            <p:ph type="title"/>
          </p:nvPr>
        </p:nvSpPr>
        <p:spPr/>
        <p:txBody>
          <a:bodyPr/>
          <a:lstStyle/>
          <a:p>
            <a:r>
              <a:rPr lang="en-US" b="1" dirty="0">
                <a:latin typeface="Georgia" panose="02040502050405020303" pitchFamily="18" charset="0"/>
              </a:rPr>
              <a:t>Importance of Art</a:t>
            </a:r>
          </a:p>
        </p:txBody>
      </p:sp>
      <p:sp>
        <p:nvSpPr>
          <p:cNvPr id="3" name="Content Placeholder 2">
            <a:extLst>
              <a:ext uri="{FF2B5EF4-FFF2-40B4-BE49-F238E27FC236}">
                <a16:creationId xmlns:a16="http://schemas.microsoft.com/office/drawing/2014/main" id="{50E08CB0-8238-D2CA-7357-2DB549BF1882}"/>
              </a:ext>
            </a:extLst>
          </p:cNvPr>
          <p:cNvSpPr>
            <a:spLocks noGrp="1"/>
          </p:cNvSpPr>
          <p:nvPr>
            <p:ph idx="1"/>
          </p:nvPr>
        </p:nvSpPr>
        <p:spPr/>
        <p:txBody>
          <a:bodyPr/>
          <a:lstStyle/>
          <a:p>
            <a:pPr marL="0" indent="0">
              <a:lnSpc>
                <a:spcPct val="150000"/>
              </a:lnSpc>
              <a:buNone/>
            </a:pPr>
            <a:r>
              <a:rPr lang="en-US" b="1" dirty="0"/>
              <a:t>Art helps us with:</a:t>
            </a:r>
          </a:p>
          <a:p>
            <a:pPr>
              <a:lnSpc>
                <a:spcPct val="150000"/>
              </a:lnSpc>
            </a:pPr>
            <a:r>
              <a:rPr lang="en-US" dirty="0"/>
              <a:t>Self-expression</a:t>
            </a:r>
          </a:p>
          <a:p>
            <a:pPr>
              <a:lnSpc>
                <a:spcPct val="150000"/>
              </a:lnSpc>
            </a:pPr>
            <a:r>
              <a:rPr lang="en-US" dirty="0"/>
              <a:t>Culture and History</a:t>
            </a:r>
          </a:p>
          <a:p>
            <a:pPr>
              <a:lnSpc>
                <a:spcPct val="150000"/>
              </a:lnSpc>
            </a:pPr>
            <a:r>
              <a:rPr lang="en-US" dirty="0"/>
              <a:t>Creativity</a:t>
            </a:r>
          </a:p>
          <a:p>
            <a:pPr>
              <a:lnSpc>
                <a:spcPct val="150000"/>
              </a:lnSpc>
            </a:pPr>
            <a:r>
              <a:rPr lang="en-US" dirty="0"/>
              <a:t>Connection</a:t>
            </a:r>
          </a:p>
        </p:txBody>
      </p:sp>
      <p:pic>
        <p:nvPicPr>
          <p:cNvPr id="5" name="Picture 4">
            <a:extLst>
              <a:ext uri="{FF2B5EF4-FFF2-40B4-BE49-F238E27FC236}">
                <a16:creationId xmlns:a16="http://schemas.microsoft.com/office/drawing/2014/main" id="{DECED1CD-478A-55CE-5B3C-B22ECA641F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2498" y="1406550"/>
            <a:ext cx="4621163" cy="3080775"/>
          </a:xfrm>
          <a:prstGeom prst="rect">
            <a:avLst/>
          </a:prstGeom>
        </p:spPr>
      </p:pic>
      <p:pic>
        <p:nvPicPr>
          <p:cNvPr id="7" name="Picture 6">
            <a:extLst>
              <a:ext uri="{FF2B5EF4-FFF2-40B4-BE49-F238E27FC236}">
                <a16:creationId xmlns:a16="http://schemas.microsoft.com/office/drawing/2014/main" id="{D5D67E0E-4FBF-8E1C-2034-CD6E7910A8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9802" y="3213663"/>
            <a:ext cx="4154658" cy="3279212"/>
          </a:xfrm>
          <a:prstGeom prst="rect">
            <a:avLst/>
          </a:prstGeom>
        </p:spPr>
      </p:pic>
    </p:spTree>
    <p:extLst>
      <p:ext uri="{BB962C8B-B14F-4D97-AF65-F5344CB8AC3E}">
        <p14:creationId xmlns:p14="http://schemas.microsoft.com/office/powerpoint/2010/main" val="1840807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1C65B-AB02-0EAF-88CB-25085D671314}"/>
              </a:ext>
            </a:extLst>
          </p:cNvPr>
          <p:cNvSpPr>
            <a:spLocks noGrp="1"/>
          </p:cNvSpPr>
          <p:nvPr>
            <p:ph type="title"/>
          </p:nvPr>
        </p:nvSpPr>
        <p:spPr>
          <a:xfrm>
            <a:off x="838200" y="-71613"/>
            <a:ext cx="10515600" cy="1762302"/>
          </a:xfrm>
        </p:spPr>
        <p:txBody>
          <a:bodyPr/>
          <a:lstStyle/>
          <a:p>
            <a:r>
              <a:rPr lang="en-US" b="1" dirty="0">
                <a:latin typeface="Georgia" panose="02040502050405020303" pitchFamily="18" charset="0"/>
              </a:rPr>
              <a:t>A Gallery of Art</a:t>
            </a:r>
          </a:p>
        </p:txBody>
      </p:sp>
      <p:sp>
        <p:nvSpPr>
          <p:cNvPr id="3" name="Content Placeholder 2">
            <a:extLst>
              <a:ext uri="{FF2B5EF4-FFF2-40B4-BE49-F238E27FC236}">
                <a16:creationId xmlns:a16="http://schemas.microsoft.com/office/drawing/2014/main" id="{9184EACF-6D9C-7000-B52D-B7326A0B3264}"/>
              </a:ext>
            </a:extLst>
          </p:cNvPr>
          <p:cNvSpPr>
            <a:spLocks noGrp="1"/>
          </p:cNvSpPr>
          <p:nvPr>
            <p:ph idx="1"/>
          </p:nvPr>
        </p:nvSpPr>
        <p:spPr>
          <a:xfrm>
            <a:off x="838200" y="1167618"/>
            <a:ext cx="10515600" cy="5009346"/>
          </a:xfrm>
        </p:spPr>
        <p:txBody>
          <a:bodyPr>
            <a:normAutofit/>
          </a:bodyPr>
          <a:lstStyle/>
          <a:p>
            <a:pPr marL="0" indent="0" algn="ctr">
              <a:buNone/>
            </a:pPr>
            <a:r>
              <a:rPr lang="en-US" sz="3200" i="1" dirty="0">
                <a:solidFill>
                  <a:srgbClr val="57257D"/>
                </a:solidFill>
                <a:effectLst>
                  <a:outerShdw blurRad="38100" dist="38100" dir="2700000" algn="tl">
                    <a:srgbClr val="000000">
                      <a:alpha val="43137"/>
                    </a:srgbClr>
                  </a:outerShdw>
                </a:effectLst>
              </a:rPr>
              <a:t>Different Forms of Art</a:t>
            </a:r>
          </a:p>
        </p:txBody>
      </p:sp>
      <p:pic>
        <p:nvPicPr>
          <p:cNvPr id="8" name="Picture 7">
            <a:extLst>
              <a:ext uri="{FF2B5EF4-FFF2-40B4-BE49-F238E27FC236}">
                <a16:creationId xmlns:a16="http://schemas.microsoft.com/office/drawing/2014/main" id="{ACE80253-BD87-F43C-EDDF-361D97672E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441" y="1957637"/>
            <a:ext cx="3185159" cy="2121195"/>
          </a:xfrm>
          <a:prstGeom prst="rect">
            <a:avLst/>
          </a:prstGeom>
        </p:spPr>
      </p:pic>
      <p:pic>
        <p:nvPicPr>
          <p:cNvPr id="10" name="Picture 9">
            <a:extLst>
              <a:ext uri="{FF2B5EF4-FFF2-40B4-BE49-F238E27FC236}">
                <a16:creationId xmlns:a16="http://schemas.microsoft.com/office/drawing/2014/main" id="{D693B1B7-324D-E6DA-501F-8DF54BA2F3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1791" y="1957637"/>
            <a:ext cx="3185159" cy="2124882"/>
          </a:xfrm>
          <a:prstGeom prst="rect">
            <a:avLst/>
          </a:prstGeom>
        </p:spPr>
      </p:pic>
      <p:pic>
        <p:nvPicPr>
          <p:cNvPr id="12" name="Picture 11">
            <a:extLst>
              <a:ext uri="{FF2B5EF4-FFF2-40B4-BE49-F238E27FC236}">
                <a16:creationId xmlns:a16="http://schemas.microsoft.com/office/drawing/2014/main" id="{B275AA23-3998-B996-CC04-6B9B942C47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968" y="4489106"/>
            <a:ext cx="3179632" cy="2121195"/>
          </a:xfrm>
          <a:prstGeom prst="rect">
            <a:avLst/>
          </a:prstGeom>
        </p:spPr>
      </p:pic>
      <p:pic>
        <p:nvPicPr>
          <p:cNvPr id="14" name="Picture 13">
            <a:extLst>
              <a:ext uri="{FF2B5EF4-FFF2-40B4-BE49-F238E27FC236}">
                <a16:creationId xmlns:a16="http://schemas.microsoft.com/office/drawing/2014/main" id="{BDD638D7-398F-03F3-945E-A8731C47CA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77318" y="4489106"/>
            <a:ext cx="3179632" cy="2121195"/>
          </a:xfrm>
          <a:prstGeom prst="rect">
            <a:avLst/>
          </a:prstGeom>
        </p:spPr>
      </p:pic>
      <p:sp>
        <p:nvSpPr>
          <p:cNvPr id="15" name="TextBox 14">
            <a:extLst>
              <a:ext uri="{FF2B5EF4-FFF2-40B4-BE49-F238E27FC236}">
                <a16:creationId xmlns:a16="http://schemas.microsoft.com/office/drawing/2014/main" id="{5833A8FC-3232-2A22-E387-4EBA1E50191E}"/>
              </a:ext>
            </a:extLst>
          </p:cNvPr>
          <p:cNvSpPr txBox="1"/>
          <p:nvPr/>
        </p:nvSpPr>
        <p:spPr>
          <a:xfrm>
            <a:off x="3657600" y="2633859"/>
            <a:ext cx="2058134" cy="523220"/>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Georgia" panose="02040502050405020303" pitchFamily="18" charset="0"/>
              </a:rPr>
              <a:t>Drawing</a:t>
            </a:r>
          </a:p>
        </p:txBody>
      </p:sp>
      <p:sp>
        <p:nvSpPr>
          <p:cNvPr id="16" name="TextBox 15">
            <a:extLst>
              <a:ext uri="{FF2B5EF4-FFF2-40B4-BE49-F238E27FC236}">
                <a16:creationId xmlns:a16="http://schemas.microsoft.com/office/drawing/2014/main" id="{4D117792-B523-3A03-1B6A-BB49978AF23F}"/>
              </a:ext>
            </a:extLst>
          </p:cNvPr>
          <p:cNvSpPr txBox="1"/>
          <p:nvPr/>
        </p:nvSpPr>
        <p:spPr>
          <a:xfrm>
            <a:off x="9556950" y="2766400"/>
            <a:ext cx="2344318" cy="523220"/>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Georgia" panose="02040502050405020303" pitchFamily="18" charset="0"/>
              </a:rPr>
              <a:t>Painting</a:t>
            </a:r>
          </a:p>
        </p:txBody>
      </p:sp>
      <p:sp>
        <p:nvSpPr>
          <p:cNvPr id="17" name="TextBox 16">
            <a:extLst>
              <a:ext uri="{FF2B5EF4-FFF2-40B4-BE49-F238E27FC236}">
                <a16:creationId xmlns:a16="http://schemas.microsoft.com/office/drawing/2014/main" id="{45F69AEE-5635-F958-3F42-0942CDDDCE68}"/>
              </a:ext>
            </a:extLst>
          </p:cNvPr>
          <p:cNvSpPr txBox="1"/>
          <p:nvPr/>
        </p:nvSpPr>
        <p:spPr>
          <a:xfrm>
            <a:off x="9556950" y="5318871"/>
            <a:ext cx="2484995" cy="523220"/>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Georgia" panose="02040502050405020303" pitchFamily="18" charset="0"/>
              </a:rPr>
              <a:t>Digital Art</a:t>
            </a:r>
          </a:p>
        </p:txBody>
      </p:sp>
      <p:sp>
        <p:nvSpPr>
          <p:cNvPr id="18" name="TextBox 17">
            <a:extLst>
              <a:ext uri="{FF2B5EF4-FFF2-40B4-BE49-F238E27FC236}">
                <a16:creationId xmlns:a16="http://schemas.microsoft.com/office/drawing/2014/main" id="{CA5E3750-7D24-E4FA-1B71-9968D06A4061}"/>
              </a:ext>
            </a:extLst>
          </p:cNvPr>
          <p:cNvSpPr txBox="1"/>
          <p:nvPr/>
        </p:nvSpPr>
        <p:spPr>
          <a:xfrm>
            <a:off x="3657600" y="5380426"/>
            <a:ext cx="2788185" cy="523220"/>
          </a:xfrm>
          <a:prstGeom prst="rect">
            <a:avLst/>
          </a:prstGeom>
          <a:noFill/>
        </p:spPr>
        <p:txBody>
          <a:bodyPr wrap="square" rtlCol="0">
            <a:spAutoFit/>
          </a:bodyPr>
          <a:lstStyle/>
          <a:p>
            <a:pPr marL="342900" indent="-342900">
              <a:buFont typeface="Arial" panose="020B0604020202020204" pitchFamily="34" charset="0"/>
              <a:buChar char="•"/>
            </a:pPr>
            <a:r>
              <a:rPr lang="en-US" sz="2800" dirty="0">
                <a:latin typeface="Georgia" panose="02040502050405020303" pitchFamily="18" charset="0"/>
              </a:rPr>
              <a:t>Sculpture</a:t>
            </a:r>
          </a:p>
        </p:txBody>
      </p:sp>
    </p:spTree>
    <p:extLst>
      <p:ext uri="{BB962C8B-B14F-4D97-AF65-F5344CB8AC3E}">
        <p14:creationId xmlns:p14="http://schemas.microsoft.com/office/powerpoint/2010/main" val="134844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8DE68-C93E-3831-6AEB-8089A39D8FCD}"/>
              </a:ext>
            </a:extLst>
          </p:cNvPr>
          <p:cNvSpPr>
            <a:spLocks noGrp="1"/>
          </p:cNvSpPr>
          <p:nvPr>
            <p:ph type="title"/>
          </p:nvPr>
        </p:nvSpPr>
        <p:spPr/>
        <p:txBody>
          <a:bodyPr/>
          <a:lstStyle/>
          <a:p>
            <a:r>
              <a:rPr lang="en-US" b="1" dirty="0">
                <a:latin typeface="Georgia" panose="02040502050405020303" pitchFamily="18" charset="0"/>
              </a:rPr>
              <a:t>The Creative Process</a:t>
            </a:r>
          </a:p>
        </p:txBody>
      </p:sp>
      <p:pic>
        <p:nvPicPr>
          <p:cNvPr id="4" name="aca256c0-a18e-47f8-8f99-056c64794a73">
            <a:hlinkClick r:id="" action="ppaction://media"/>
            <a:extLst>
              <a:ext uri="{FF2B5EF4-FFF2-40B4-BE49-F238E27FC236}">
                <a16:creationId xmlns:a16="http://schemas.microsoft.com/office/drawing/2014/main" id="{4B0A3904-58DE-7300-B0FB-C3325224AD57}"/>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308294" y="1690688"/>
            <a:ext cx="9650438" cy="4802187"/>
          </a:xfrm>
        </p:spPr>
      </p:pic>
    </p:spTree>
    <p:extLst>
      <p:ext uri="{BB962C8B-B14F-4D97-AF65-F5344CB8AC3E}">
        <p14:creationId xmlns:p14="http://schemas.microsoft.com/office/powerpoint/2010/main" val="914731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155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CD4DF-B19D-7CD2-1A0F-227879A9F9B2}"/>
              </a:ext>
            </a:extLst>
          </p:cNvPr>
          <p:cNvSpPr>
            <a:spLocks noGrp="1"/>
          </p:cNvSpPr>
          <p:nvPr>
            <p:ph type="title"/>
          </p:nvPr>
        </p:nvSpPr>
        <p:spPr/>
        <p:txBody>
          <a:bodyPr/>
          <a:lstStyle/>
          <a:p>
            <a:pPr algn="ctr"/>
            <a:r>
              <a:rPr lang="en-US" b="1" dirty="0">
                <a:latin typeface="Georgia" panose="02040502050405020303" pitchFamily="18" charset="0"/>
              </a:rPr>
              <a:t>Thank You!</a:t>
            </a:r>
          </a:p>
        </p:txBody>
      </p:sp>
      <p:sp>
        <p:nvSpPr>
          <p:cNvPr id="3" name="Content Placeholder 2">
            <a:extLst>
              <a:ext uri="{FF2B5EF4-FFF2-40B4-BE49-F238E27FC236}">
                <a16:creationId xmlns:a16="http://schemas.microsoft.com/office/drawing/2014/main" id="{C3C0300E-9CCC-06F4-30FC-8A568DE212D7}"/>
              </a:ext>
            </a:extLst>
          </p:cNvPr>
          <p:cNvSpPr>
            <a:spLocks noGrp="1"/>
          </p:cNvSpPr>
          <p:nvPr>
            <p:ph idx="1"/>
          </p:nvPr>
        </p:nvSpPr>
        <p:spPr/>
        <p:txBody>
          <a:bodyPr>
            <a:normAutofit/>
          </a:bodyPr>
          <a:lstStyle/>
          <a:p>
            <a:pPr marL="0" indent="0" algn="ctr">
              <a:buNone/>
            </a:pPr>
            <a:r>
              <a:rPr lang="en-US" sz="2400" i="1" dirty="0"/>
              <a:t>“Art is not what you see, but what you make others see.”</a:t>
            </a:r>
          </a:p>
          <a:p>
            <a:pPr marL="0" indent="0" algn="ctr">
              <a:buNone/>
            </a:pPr>
            <a:r>
              <a:rPr lang="en-US" sz="2400" i="1" dirty="0"/>
              <a:t>-Edgar Degas</a:t>
            </a:r>
          </a:p>
        </p:txBody>
      </p:sp>
      <p:sp>
        <p:nvSpPr>
          <p:cNvPr id="4" name="Rectangle: Rounded Corners 3">
            <a:hlinkClick r:id="" action="ppaction://hlinkshowjump?jump=firstslide"/>
            <a:extLst>
              <a:ext uri="{FF2B5EF4-FFF2-40B4-BE49-F238E27FC236}">
                <a16:creationId xmlns:a16="http://schemas.microsoft.com/office/drawing/2014/main" id="{7EA8E4AA-A3EC-6B5D-265A-64F663DC1675}"/>
              </a:ext>
            </a:extLst>
          </p:cNvPr>
          <p:cNvSpPr/>
          <p:nvPr/>
        </p:nvSpPr>
        <p:spPr>
          <a:xfrm>
            <a:off x="1712742" y="3739684"/>
            <a:ext cx="3508717" cy="1547446"/>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Georgia" panose="02040502050405020303" pitchFamily="18" charset="0"/>
              </a:rPr>
              <a:t>HOME</a:t>
            </a:r>
          </a:p>
        </p:txBody>
      </p:sp>
      <p:sp>
        <p:nvSpPr>
          <p:cNvPr id="5" name="TextBox 4">
            <a:extLst>
              <a:ext uri="{FF2B5EF4-FFF2-40B4-BE49-F238E27FC236}">
                <a16:creationId xmlns:a16="http://schemas.microsoft.com/office/drawing/2014/main" id="{FC01074B-6541-717E-BB44-41A485AA6994}"/>
              </a:ext>
            </a:extLst>
          </p:cNvPr>
          <p:cNvSpPr txBox="1"/>
          <p:nvPr/>
        </p:nvSpPr>
        <p:spPr>
          <a:xfrm>
            <a:off x="6238831" y="4251797"/>
            <a:ext cx="4097597" cy="523220"/>
          </a:xfrm>
          <a:prstGeom prst="rect">
            <a:avLst/>
          </a:prstGeom>
          <a:noFill/>
        </p:spPr>
        <p:txBody>
          <a:bodyPr wrap="none" rtlCol="0">
            <a:spAutoFit/>
          </a:bodyPr>
          <a:lstStyle/>
          <a:p>
            <a:r>
              <a:rPr lang="en-US" sz="2800" u="sng" dirty="0">
                <a:solidFill>
                  <a:srgbClr val="57257D"/>
                </a:solidFill>
                <a:latin typeface="Georgia" panose="02040502050405020303" pitchFamily="18" charset="0"/>
                <a:hlinkClick r:id="rId2"/>
              </a:rPr>
              <a:t>Explore the World of Art</a:t>
            </a:r>
            <a:endParaRPr lang="en-US" sz="2800" u="sng" dirty="0">
              <a:solidFill>
                <a:srgbClr val="57257D"/>
              </a:solidFill>
              <a:latin typeface="Georgia" panose="02040502050405020303" pitchFamily="18" charset="0"/>
            </a:endParaRPr>
          </a:p>
        </p:txBody>
      </p:sp>
    </p:spTree>
    <p:extLst>
      <p:ext uri="{BB962C8B-B14F-4D97-AF65-F5344CB8AC3E}">
        <p14:creationId xmlns:p14="http://schemas.microsoft.com/office/powerpoint/2010/main" val="21331706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135</Words>
  <Application>Microsoft Office PowerPoint</Application>
  <PresentationFormat>Widescreen</PresentationFormat>
  <Paragraphs>23</Paragraphs>
  <Slides>6</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Baskerville Old Face</vt:lpstr>
      <vt:lpstr>Calibri</vt:lpstr>
      <vt:lpstr>Calibri Light</vt:lpstr>
      <vt:lpstr>Georgia</vt:lpstr>
      <vt:lpstr>Office Theme</vt:lpstr>
      <vt:lpstr>BEAUTY OF ART</vt:lpstr>
      <vt:lpstr>What is Art?</vt:lpstr>
      <vt:lpstr>Importance of Art</vt:lpstr>
      <vt:lpstr>A Gallery of Art</vt:lpstr>
      <vt:lpstr>The Creative Process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riannacamillemendoza2@gmail.com</dc:creator>
  <cp:lastModifiedBy>riannacamillemendoza2@gmail.com</cp:lastModifiedBy>
  <cp:revision>3</cp:revision>
  <dcterms:created xsi:type="dcterms:W3CDTF">2026-10-23T03:10:23Z</dcterms:created>
  <dcterms:modified xsi:type="dcterms:W3CDTF">2026-10-23T05:22:14Z</dcterms:modified>
</cp:coreProperties>
</file>